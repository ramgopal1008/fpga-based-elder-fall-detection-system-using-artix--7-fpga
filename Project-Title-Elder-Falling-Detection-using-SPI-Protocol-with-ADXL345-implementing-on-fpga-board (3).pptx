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Overpass Ligh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576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2120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ELDER FALLING DETECTION USING SPI PROTOCOL WITH ADXL345 IMPLEMENTING ON FPGA BOARD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2531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871198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CH.RAMGOPAL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4579858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B.C.GOVARDHAN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225456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G.STALIN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34280" y="608218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553D3-90FB-4A16-88E8-999DA363C9DB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9493"/>
            <a:ext cx="81312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Importance of Fall Detection in Elderly Care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884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Falls are a leading cause of injury and death among the elderly.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930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Elderly individuals often live alone or remain unsupervised.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3728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Manual alert systems (like panic buttons) may fail if the person is unconscious.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8150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Delayed assistance can lead to severe complications, disabilities, or fatality.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2572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An automatic fall detection system ensures quick response and enhances safety.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C078EB-9257-4029-8C07-9E4C72AA0E97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7295"/>
            <a:ext cx="73615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Brief Overview of the Proposed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462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 real-time fall detection system using: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884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ADXL345 accelerometer</a:t>
            </a: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to detect motion and falls.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30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SPI protocol</a:t>
            </a: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for high-speed communication with FPGA.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3728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FPGA board</a:t>
            </a: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to process sensor data and detect falls.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8150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When a fall is detected: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2572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The system triggers an alert (LED, buzzer, or signal output).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6994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Designed to be fast, reliable, and suitable for elderly care environments.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15E7A4-35F4-400A-A934-6C99E3D0CEAA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41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u="sng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ADXL345 SENSOR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87310"/>
            <a:ext cx="4477107" cy="44771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11646" y="3230810"/>
            <a:ext cx="80121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ADXL345</a:t>
            </a: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is a small, thin, ultra-low power </a:t>
            </a:r>
            <a:r>
              <a:rPr lang="en-US" sz="240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3-axis digital accelerometer</a:t>
            </a: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11646" y="4035911"/>
            <a:ext cx="80121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Capable of measuring </a:t>
            </a:r>
            <a:r>
              <a:rPr lang="en-US" sz="240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acceleration in X, Y, and Z directions</a:t>
            </a: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11646" y="4478109"/>
            <a:ext cx="80121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Widely used for motion sensing, orientation detection, and fall detection.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31919" y="39484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C2A2A1-C0D8-49E7-904A-C6E5C3131C49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729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Key Features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30462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Measurement Range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 ±2g, ±4g, ±8g, ±16g (configurable)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884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Output Resolution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 10 to 13-bit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30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Interface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728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SPI (4-wire)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or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I2C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digital communication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150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Power Supply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 2.0V to 3.6V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572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Low Power Consumption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 Ideal for wearable or portable devices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994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Data Rate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 Up to 3200 Hz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7DA5F6-094F-47D0-89A5-C77DF7BD0FB5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27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FPGA 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514832"/>
            <a:ext cx="47341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Field Programmable Gate Array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081808"/>
            <a:ext cx="4734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It's a reconfigurable digital logic device used to implement custom hardware functions using HDL (like Verilog or VHDL).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49811"/>
            <a:ext cx="47341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Unlike microcontrollers, FPGAs perform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parallel processing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and are ideal for real-time applications like fall detection.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48" y="891064"/>
            <a:ext cx="6447473" cy="64474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E6726DE-08D0-4D7C-9A32-41110E65EDC2}"/>
              </a:ext>
            </a:extLst>
          </p:cNvPr>
          <p:cNvSpPr/>
          <p:nvPr/>
        </p:nvSpPr>
        <p:spPr>
          <a:xfrm>
            <a:off x="12202510" y="7630511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56222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1410" y="216384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28224" y="230755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Pin Type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45824" y="230755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Function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801410" y="281416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8224" y="295787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I/O Pins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295787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General-purpose input/output for sensors, buttons, etc.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46448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224" y="360818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VCC / GND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5824" y="360818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Power supply and ground pins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11480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224" y="425850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Clock (CLK)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5824" y="425850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Provides timing signal to internal logic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76511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224" y="490882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Programming Pins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824" y="490882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Used for flashing/configuring the FPGA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01410" y="541543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8224" y="555914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Dedicated SPI Pins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(optional)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555914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For high-speed SPI communication (MISO, MOSI, SCLK, CS)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855BA0-BD14-4ADB-BCE2-0B1F254C0578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503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SPI -SERIAL PERIPHERAL INTERFACE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540" y="1923693"/>
            <a:ext cx="9413319" cy="52949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C782FA-8F6E-4FD9-81B1-58391ABF990C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611862"/>
            <a:ext cx="3337441" cy="41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SPI Bus 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8669" y="1473875"/>
            <a:ext cx="13073063" cy="4274106"/>
          </a:xfrm>
          <a:prstGeom prst="roundRect">
            <a:avLst>
              <a:gd name="adj" fmla="val 21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289" y="1481495"/>
            <a:ext cx="13056513" cy="638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0007" y="1622584"/>
            <a:ext cx="390310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Line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65552" y="1622584"/>
            <a:ext cx="389929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Direction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7286" y="1622584"/>
            <a:ext cx="390310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Description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86289" y="2119670"/>
            <a:ext cx="13056513" cy="9941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0007" y="2260759"/>
            <a:ext cx="390310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MOSI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65552" y="2260759"/>
            <a:ext cx="389929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Master → Slave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7286" y="2260759"/>
            <a:ext cx="3903107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Master Out, Slave In – Data from FPGA to ADXL345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86289" y="3113842"/>
            <a:ext cx="13056513" cy="9941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0007" y="3254931"/>
            <a:ext cx="390310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MISO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65552" y="3254931"/>
            <a:ext cx="389929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Slave → Master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7286" y="3254931"/>
            <a:ext cx="3903107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Master In, Slave Out – Data from ADXL345 to FPGA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86289" y="4108013"/>
            <a:ext cx="13056513" cy="638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0007" y="4249103"/>
            <a:ext cx="390310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SCLK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65552" y="4249103"/>
            <a:ext cx="389929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Master → Slave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7286" y="4249103"/>
            <a:ext cx="390310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Serial Clock – Generated by FPGA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86289" y="4746188"/>
            <a:ext cx="13056513" cy="9941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0007" y="4887278"/>
            <a:ext cx="390310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65552" y="4887278"/>
            <a:ext cx="3899297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Master → Slave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7286" y="4887278"/>
            <a:ext cx="3903107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Chip Select – Active LOW to enable sensor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78669" y="6081713"/>
            <a:ext cx="3337441" cy="41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Master vs Slave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78669" y="6832521"/>
            <a:ext cx="1307306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FPGA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acts as the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SPI Master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 It initiates communication, generates the clock (SCLK), and controls CS.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78669" y="7266384"/>
            <a:ext cx="13073063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ADXL345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acts as the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SPI Slave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: It responds to commands sent by the master.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4641F0-5A81-4CE8-A0DA-980105402E2E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9493"/>
            <a:ext cx="497419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Communication Workflow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34884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CS (Chip Select)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goes LOW to start communication.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30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FPGA sends command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over MOSI to request data (e.g., read X, Y, Z registers).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728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FPGA generates clock pulses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on SCLK for each bit transfer.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150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ADXL345 sends response data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back over MISO.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572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CS goes HIGH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to end the communication session.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B46EE-74A6-459F-AA74-F22093483178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83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Advantages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32673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Real-Time Processing (FPGA)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095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High-Speed Communication (SPI)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517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Accurate Motion Detection (ADXL345)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939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Hardware Flexibility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361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Low Power Sensor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783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Modular Design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9EDA3-2E0F-4A56-9E5B-379DE01BCADF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930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Disadvantages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9582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Complex Design &amp; Development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004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Limited Onboard Resources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426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No Standard Fall Pattern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848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Need for Extensive Testing.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270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Power-Hungry (FPGA)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692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Cost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872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05F063-BF19-4692-AE44-6FBF53A2DACC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9270"/>
            <a:ext cx="1021449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Applications of the Fall Detection System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9987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Elderly Care Homes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3267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Home-Based Monitoring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6548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Medical Emergency Systems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9828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Wearable Health Devices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3109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Rehabilitation Centers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6389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Smart Homes &amp; IoT Integration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9670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Mobility &amp; Gait Analysis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A3601-9F98-4704-A93E-691CE5837F36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92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16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Through the integration of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ADXL345 sensors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,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SPI communication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, and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FPGA logic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, we have developed a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real-time, reliable, and efficient fall detection system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tailored for the elderly — where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every second can save a life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025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Hardware precision meets healthcare necessity.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447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FPGA ensures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instant processing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— no delay, no dependency.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869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The system is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non-intrusive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,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wearable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, and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adaptable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to everyday life.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050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We envision a future where: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230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AI enhances detection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652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Wireless alerts save more lives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5074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And </a:t>
            </a:r>
            <a:r>
              <a:rPr lang="en-US" sz="1750" b="1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every home becomes a smart guardian</a:t>
            </a: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 for our elders.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09595D-B802-4676-BD9A-B8B2E7EFA594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FD8F5-83F9-42B6-8BC2-B28E962C10E7}"/>
              </a:ext>
            </a:extLst>
          </p:cNvPr>
          <p:cNvSpPr/>
          <p:nvPr/>
        </p:nvSpPr>
        <p:spPr>
          <a:xfrm>
            <a:off x="12202510" y="7614745"/>
            <a:ext cx="2427890" cy="677917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744</Words>
  <Application>Microsoft Office PowerPoint</Application>
  <PresentationFormat>Custom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Syne Bold</vt:lpstr>
      <vt:lpstr>Times New Roman</vt:lpstr>
      <vt:lpstr>Overpass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4</cp:revision>
  <dcterms:created xsi:type="dcterms:W3CDTF">2025-05-27T14:31:41Z</dcterms:created>
  <dcterms:modified xsi:type="dcterms:W3CDTF">2025-06-17T16:37:10Z</dcterms:modified>
</cp:coreProperties>
</file>